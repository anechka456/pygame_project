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9" r:id="rId16"/>
    <p:sldId id="265" r:id="rId17"/>
    <p:sldId id="266" r:id="rId18"/>
    <p:sldId id="267" r:id="rId19"/>
    <p:sldId id="268" r:id="rId20"/>
  </p:sldIdLst>
  <p:sldSz cx="19799300" cy="11160125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7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989640" y="2611440"/>
            <a:ext cx="1781892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1781892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1361160" y="594000"/>
            <a:ext cx="17075520" cy="999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989640" y="599220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10120320" y="599220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989640" y="5992200"/>
            <a:ext cx="178189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178189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989640" y="5992200"/>
            <a:ext cx="178189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989640" y="599220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10120320" y="599220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7014240" y="261144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13038840" y="261144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989640" y="599220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7014240" y="599220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13038840" y="599220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F7EECD2-A8FC-4C7C-9201-50A144669A8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989640" y="2611440"/>
            <a:ext cx="1781892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F4E9E34-B63B-496B-8629-8CB0BA237936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1781892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E6EAAF7-6439-4999-88A4-EAC778E5790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BA9CAE0-69F7-482E-90D2-2261D165E666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22B9864-DFC2-4FDF-A93D-BA8884B1313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ubTitle"/>
          </p:nvPr>
        </p:nvSpPr>
        <p:spPr>
          <a:xfrm>
            <a:off x="1361160" y="594000"/>
            <a:ext cx="17075520" cy="999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11519E6-6327-4762-B84E-C115FAFC9C12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989640" y="599220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A6CFEB2-5C89-468C-87FE-5CD155CB1AE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10120320" y="599220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8417C9D-BAF6-48ED-A04B-44EA30A4108A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989640" y="5992200"/>
            <a:ext cx="178189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DA4FAE6-6088-46A3-90C2-668DB5ED7F6B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178189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989640" y="5992200"/>
            <a:ext cx="178189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B3C53FF-9DB8-4FE4-A00F-7F9B6AF57F04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989640" y="599220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10120320" y="599220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A03CEB4-9886-4A38-848F-025B6483D1D6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7014240" y="261144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/>
          </p:nvPr>
        </p:nvSpPr>
        <p:spPr>
          <a:xfrm>
            <a:off x="13038840" y="261144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/>
          </p:nvPr>
        </p:nvSpPr>
        <p:spPr>
          <a:xfrm>
            <a:off x="989640" y="599220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/>
          </p:nvPr>
        </p:nvSpPr>
        <p:spPr>
          <a:xfrm>
            <a:off x="7014240" y="599220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/>
          </p:nvPr>
        </p:nvSpPr>
        <p:spPr>
          <a:xfrm>
            <a:off x="13038840" y="599220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818ACC0-3C9F-4ABA-AE26-88C780A0A692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989640" y="2611440"/>
            <a:ext cx="1781892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1781892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ubTitle"/>
          </p:nvPr>
        </p:nvSpPr>
        <p:spPr>
          <a:xfrm>
            <a:off x="1361160" y="594000"/>
            <a:ext cx="17075520" cy="999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989640" y="599220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10120320" y="599220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989640" y="5992200"/>
            <a:ext cx="178189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178189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989640" y="5992200"/>
            <a:ext cx="178189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/>
          </p:nvPr>
        </p:nvSpPr>
        <p:spPr>
          <a:xfrm>
            <a:off x="989640" y="599220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/>
          </p:nvPr>
        </p:nvSpPr>
        <p:spPr>
          <a:xfrm>
            <a:off x="10120320" y="599220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7014240" y="261144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/>
          </p:nvPr>
        </p:nvSpPr>
        <p:spPr>
          <a:xfrm>
            <a:off x="13038840" y="261144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/>
          </p:nvPr>
        </p:nvSpPr>
        <p:spPr>
          <a:xfrm>
            <a:off x="989640" y="599220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PlaceHolder 6"/>
          <p:cNvSpPr>
            <a:spLocks noGrp="1"/>
          </p:cNvSpPr>
          <p:nvPr>
            <p:ph/>
          </p:nvPr>
        </p:nvSpPr>
        <p:spPr>
          <a:xfrm>
            <a:off x="7014240" y="599220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PlaceHolder 7"/>
          <p:cNvSpPr>
            <a:spLocks noGrp="1"/>
          </p:cNvSpPr>
          <p:nvPr>
            <p:ph/>
          </p:nvPr>
        </p:nvSpPr>
        <p:spPr>
          <a:xfrm>
            <a:off x="13038840" y="599220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ubTitle"/>
          </p:nvPr>
        </p:nvSpPr>
        <p:spPr>
          <a:xfrm>
            <a:off x="989640" y="2611440"/>
            <a:ext cx="1781892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1781892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ubTitle"/>
          </p:nvPr>
        </p:nvSpPr>
        <p:spPr>
          <a:xfrm>
            <a:off x="1361160" y="594000"/>
            <a:ext cx="17075520" cy="999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989640" y="599220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10120320" y="599220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989640" y="5992200"/>
            <a:ext cx="178189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178189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989640" y="5992200"/>
            <a:ext cx="178189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/>
          </p:nvPr>
        </p:nvSpPr>
        <p:spPr>
          <a:xfrm>
            <a:off x="989640" y="599220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/>
          </p:nvPr>
        </p:nvSpPr>
        <p:spPr>
          <a:xfrm>
            <a:off x="10120320" y="599220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/>
          </p:nvPr>
        </p:nvSpPr>
        <p:spPr>
          <a:xfrm>
            <a:off x="7014240" y="261144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/>
          </p:nvPr>
        </p:nvSpPr>
        <p:spPr>
          <a:xfrm>
            <a:off x="13038840" y="261144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/>
          </p:nvPr>
        </p:nvSpPr>
        <p:spPr>
          <a:xfrm>
            <a:off x="989640" y="599220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6"/>
          <p:cNvSpPr>
            <a:spLocks noGrp="1"/>
          </p:cNvSpPr>
          <p:nvPr>
            <p:ph/>
          </p:nvPr>
        </p:nvSpPr>
        <p:spPr>
          <a:xfrm>
            <a:off x="7014240" y="599220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7"/>
          <p:cNvSpPr>
            <a:spLocks noGrp="1"/>
          </p:cNvSpPr>
          <p:nvPr>
            <p:ph/>
          </p:nvPr>
        </p:nvSpPr>
        <p:spPr>
          <a:xfrm>
            <a:off x="13038840" y="599220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subTitle"/>
          </p:nvPr>
        </p:nvSpPr>
        <p:spPr>
          <a:xfrm>
            <a:off x="989640" y="2611440"/>
            <a:ext cx="1781892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1781892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ubTitle"/>
          </p:nvPr>
        </p:nvSpPr>
        <p:spPr>
          <a:xfrm>
            <a:off x="1361160" y="594000"/>
            <a:ext cx="17075520" cy="999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/>
          </p:nvPr>
        </p:nvSpPr>
        <p:spPr>
          <a:xfrm>
            <a:off x="989640" y="599220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/>
          </p:nvPr>
        </p:nvSpPr>
        <p:spPr>
          <a:xfrm>
            <a:off x="10120320" y="599220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/>
          </p:nvPr>
        </p:nvSpPr>
        <p:spPr>
          <a:xfrm>
            <a:off x="989640" y="5992200"/>
            <a:ext cx="178189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178189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989640" y="5992200"/>
            <a:ext cx="178189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/>
          </p:nvPr>
        </p:nvSpPr>
        <p:spPr>
          <a:xfrm>
            <a:off x="989640" y="599220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5"/>
          <p:cNvSpPr>
            <a:spLocks noGrp="1"/>
          </p:cNvSpPr>
          <p:nvPr>
            <p:ph/>
          </p:nvPr>
        </p:nvSpPr>
        <p:spPr>
          <a:xfrm>
            <a:off x="10120320" y="599220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7014240" y="261144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/>
          </p:nvPr>
        </p:nvSpPr>
        <p:spPr>
          <a:xfrm>
            <a:off x="13038840" y="261144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5"/>
          <p:cNvSpPr>
            <a:spLocks noGrp="1"/>
          </p:cNvSpPr>
          <p:nvPr>
            <p:ph/>
          </p:nvPr>
        </p:nvSpPr>
        <p:spPr>
          <a:xfrm>
            <a:off x="989640" y="599220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6"/>
          <p:cNvSpPr>
            <a:spLocks noGrp="1"/>
          </p:cNvSpPr>
          <p:nvPr>
            <p:ph/>
          </p:nvPr>
        </p:nvSpPr>
        <p:spPr>
          <a:xfrm>
            <a:off x="7014240" y="599220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7"/>
          <p:cNvSpPr>
            <a:spLocks noGrp="1"/>
          </p:cNvSpPr>
          <p:nvPr>
            <p:ph/>
          </p:nvPr>
        </p:nvSpPr>
        <p:spPr>
          <a:xfrm>
            <a:off x="13038840" y="599220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EDF8935-8591-456A-B37A-C91BC9046D5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subTitle"/>
          </p:nvPr>
        </p:nvSpPr>
        <p:spPr>
          <a:xfrm>
            <a:off x="989640" y="2611440"/>
            <a:ext cx="1781892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F506AE7-B63A-4F21-A2CC-C46399FD994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1781892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A4DA2D1-B02F-42C1-9780-28B8065F7666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E8DB5DD-DEED-4391-86FB-3D6971DF83F7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6B6FCF7-4CBC-48E8-960B-BDA07BDBB6B3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ubTitle"/>
          </p:nvPr>
        </p:nvSpPr>
        <p:spPr>
          <a:xfrm>
            <a:off x="1361160" y="594000"/>
            <a:ext cx="17075520" cy="999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28AAB46-BF9C-4D82-B3F4-FB8C81C27712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/>
          </p:nvPr>
        </p:nvSpPr>
        <p:spPr>
          <a:xfrm>
            <a:off x="989640" y="599220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F8A9237-EFC7-4E60-9E06-D99AD420B6C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/>
          </p:nvPr>
        </p:nvSpPr>
        <p:spPr>
          <a:xfrm>
            <a:off x="10120320" y="599220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EB2CBDF-1C8E-4A19-88CB-8F27336E11BE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/>
          </p:nvPr>
        </p:nvSpPr>
        <p:spPr>
          <a:xfrm>
            <a:off x="989640" y="5992200"/>
            <a:ext cx="178189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297A2C4-2439-4B12-8C52-74CA46BFD33C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178189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/>
          </p:nvPr>
        </p:nvSpPr>
        <p:spPr>
          <a:xfrm>
            <a:off x="989640" y="5992200"/>
            <a:ext cx="178189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0E51A3D-D9AC-41C2-AA79-D2216AF70A7C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/>
          </p:nvPr>
        </p:nvSpPr>
        <p:spPr>
          <a:xfrm>
            <a:off x="10120320" y="261144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4"/>
          <p:cNvSpPr>
            <a:spLocks noGrp="1"/>
          </p:cNvSpPr>
          <p:nvPr>
            <p:ph/>
          </p:nvPr>
        </p:nvSpPr>
        <p:spPr>
          <a:xfrm>
            <a:off x="989640" y="599220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5"/>
          <p:cNvSpPr>
            <a:spLocks noGrp="1"/>
          </p:cNvSpPr>
          <p:nvPr>
            <p:ph/>
          </p:nvPr>
        </p:nvSpPr>
        <p:spPr>
          <a:xfrm>
            <a:off x="10120320" y="5992200"/>
            <a:ext cx="869544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F0FF577-35F0-491B-9533-5BEB2D333B52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989640" y="261144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/>
          </p:nvPr>
        </p:nvSpPr>
        <p:spPr>
          <a:xfrm>
            <a:off x="7014240" y="261144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4"/>
          <p:cNvSpPr>
            <a:spLocks noGrp="1"/>
          </p:cNvSpPr>
          <p:nvPr>
            <p:ph/>
          </p:nvPr>
        </p:nvSpPr>
        <p:spPr>
          <a:xfrm>
            <a:off x="13038840" y="261144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5"/>
          <p:cNvSpPr>
            <a:spLocks noGrp="1"/>
          </p:cNvSpPr>
          <p:nvPr>
            <p:ph/>
          </p:nvPr>
        </p:nvSpPr>
        <p:spPr>
          <a:xfrm>
            <a:off x="989640" y="599220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6"/>
          <p:cNvSpPr>
            <a:spLocks noGrp="1"/>
          </p:cNvSpPr>
          <p:nvPr>
            <p:ph/>
          </p:nvPr>
        </p:nvSpPr>
        <p:spPr>
          <a:xfrm>
            <a:off x="7014240" y="599220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7"/>
          <p:cNvSpPr>
            <a:spLocks noGrp="1"/>
          </p:cNvSpPr>
          <p:nvPr>
            <p:ph/>
          </p:nvPr>
        </p:nvSpPr>
        <p:spPr>
          <a:xfrm>
            <a:off x="13038840" y="5992200"/>
            <a:ext cx="5737320" cy="308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AC9F3DA-7018-4588-BCB1-8382647D6FD4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5"/>
          <p:cNvSpPr/>
          <p:nvPr/>
        </p:nvSpPr>
        <p:spPr>
          <a:xfrm>
            <a:off x="826920" y="3445920"/>
            <a:ext cx="14364000" cy="5067720"/>
          </a:xfrm>
          <a:prstGeom prst="roundRect">
            <a:avLst>
              <a:gd name="adj" fmla="val 10035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  <a:ea typeface="DejaVu Sans"/>
            </a:endParaRPr>
          </a:p>
        </p:txBody>
      </p:sp>
      <p:pic>
        <p:nvPicPr>
          <p:cNvPr id="11" name="Рисунок 6"/>
          <p:cNvPicPr/>
          <p:nvPr/>
        </p:nvPicPr>
        <p:blipFill>
          <a:blip r:embed="rId14"/>
          <a:stretch/>
        </p:blipFill>
        <p:spPr>
          <a:xfrm>
            <a:off x="826920" y="975240"/>
            <a:ext cx="7770960" cy="1902960"/>
          </a:xfrm>
          <a:prstGeom prst="rect">
            <a:avLst/>
          </a:prstGeom>
          <a:ln w="0">
            <a:noFill/>
          </a:ln>
        </p:spPr>
      </p:pic>
      <p:sp>
        <p:nvSpPr>
          <p:cNvPr id="2" name="Скругленный прямоугольник 7"/>
          <p:cNvSpPr/>
          <p:nvPr/>
        </p:nvSpPr>
        <p:spPr>
          <a:xfrm>
            <a:off x="826920" y="8690040"/>
            <a:ext cx="4678560" cy="158256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" name="Скругленный прямоугольник 8"/>
          <p:cNvSpPr/>
          <p:nvPr/>
        </p:nvSpPr>
        <p:spPr>
          <a:xfrm>
            <a:off x="5669640" y="8690040"/>
            <a:ext cx="4678560" cy="158256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" name="Скругленный прямоугольник 11"/>
          <p:cNvSpPr/>
          <p:nvPr/>
        </p:nvSpPr>
        <p:spPr>
          <a:xfrm>
            <a:off x="10512360" y="8690040"/>
            <a:ext cx="4678560" cy="158256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  <a:ea typeface="DejaVu Sans"/>
            </a:endParaRPr>
          </a:p>
        </p:txBody>
      </p:sp>
      <p:pic>
        <p:nvPicPr>
          <p:cNvPr id="5" name="Рисунок 18"/>
          <p:cNvPicPr/>
          <p:nvPr/>
        </p:nvPicPr>
        <p:blipFill>
          <a:blip r:embed="rId15"/>
          <a:stretch/>
        </p:blipFill>
        <p:spPr>
          <a:xfrm>
            <a:off x="6158520" y="9082440"/>
            <a:ext cx="3700800" cy="828720"/>
          </a:xfrm>
          <a:prstGeom prst="rect">
            <a:avLst/>
          </a:prstGeom>
          <a:ln w="0">
            <a:noFill/>
          </a:ln>
        </p:spPr>
      </p:pic>
      <p:pic>
        <p:nvPicPr>
          <p:cNvPr id="6" name="Рисунок 19"/>
          <p:cNvPicPr/>
          <p:nvPr/>
        </p:nvPicPr>
        <p:blipFill>
          <a:blip r:embed="rId16"/>
          <a:stretch/>
        </p:blipFill>
        <p:spPr>
          <a:xfrm>
            <a:off x="10991880" y="9144720"/>
            <a:ext cx="3719880" cy="657000"/>
          </a:xfrm>
          <a:prstGeom prst="rect">
            <a:avLst/>
          </a:prstGeom>
          <a:ln w="0">
            <a:noFill/>
          </a:ln>
        </p:spPr>
      </p:pic>
      <p:pic>
        <p:nvPicPr>
          <p:cNvPr id="7" name="Рисунок 2"/>
          <p:cNvPicPr/>
          <p:nvPr/>
        </p:nvPicPr>
        <p:blipFill>
          <a:blip r:embed="rId17"/>
          <a:stretch/>
        </p:blipFill>
        <p:spPr>
          <a:xfrm>
            <a:off x="946800" y="8628120"/>
            <a:ext cx="4438800" cy="173772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989640" y="444960"/>
            <a:ext cx="17818920" cy="186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FFFFFF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989640" y="2611440"/>
            <a:ext cx="1781892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rgbClr val="FFFFFF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solidFill>
                  <a:srgbClr val="FFFFFF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FFFFFF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FFFFFF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FFFFFF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FFFFFF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FFFFFF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361160" y="594000"/>
            <a:ext cx="1707552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ftr" idx="1"/>
          </p:nvPr>
        </p:nvSpPr>
        <p:spPr>
          <a:xfrm>
            <a:off x="6558480" y="10343880"/>
            <a:ext cx="6680880" cy="592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48" name="PlaceHolder 3"/>
          <p:cNvSpPr>
            <a:spLocks noGrp="1"/>
          </p:cNvSpPr>
          <p:nvPr>
            <p:ph type="sldNum" idx="2"/>
          </p:nvPr>
        </p:nvSpPr>
        <p:spPr>
          <a:xfrm>
            <a:off x="13983120" y="10343880"/>
            <a:ext cx="4453560" cy="592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59C6DEBD-306F-4908-8FFD-2D2537F96DF6}" type="slidenum"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3"/>
          </p:nvPr>
        </p:nvSpPr>
        <p:spPr>
          <a:xfrm>
            <a:off x="1361160" y="10343880"/>
            <a:ext cx="4453560" cy="592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989640" y="2611440"/>
            <a:ext cx="1781892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Рисунок 1"/>
          <p:cNvPicPr/>
          <p:nvPr/>
        </p:nvPicPr>
        <p:blipFill>
          <a:blip r:embed="rId14"/>
          <a:stretch/>
        </p:blipFill>
        <p:spPr>
          <a:xfrm>
            <a:off x="12004200" y="5671080"/>
            <a:ext cx="7240320" cy="10982880"/>
          </a:xfrm>
          <a:prstGeom prst="rect">
            <a:avLst/>
          </a:prstGeom>
          <a:ln w="0">
            <a:noFill/>
          </a:ln>
        </p:spPr>
      </p:pic>
      <p:grpSp>
        <p:nvGrpSpPr>
          <p:cNvPr id="88" name="Группа 2"/>
          <p:cNvGrpSpPr/>
          <p:nvPr/>
        </p:nvGrpSpPr>
        <p:grpSpPr>
          <a:xfrm>
            <a:off x="826920" y="3550680"/>
            <a:ext cx="10508760" cy="4943520"/>
            <a:chOff x="826920" y="3550680"/>
            <a:chExt cx="10508760" cy="4943520"/>
          </a:xfrm>
        </p:grpSpPr>
        <p:sp>
          <p:nvSpPr>
            <p:cNvPr id="89" name="Скругленный прямоугольник 3"/>
            <p:cNvSpPr/>
            <p:nvPr/>
          </p:nvSpPr>
          <p:spPr>
            <a:xfrm>
              <a:off x="826920" y="3550680"/>
              <a:ext cx="9846720" cy="4943520"/>
            </a:xfrm>
            <a:prstGeom prst="roundRect">
              <a:avLst>
                <a:gd name="adj" fmla="val 9740"/>
              </a:avLst>
            </a:prstGeom>
            <a:noFill/>
            <a:ln w="38100">
              <a:solidFill>
                <a:srgbClr val="FFD9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Calibri"/>
                <a:ea typeface="DejaVu Sans"/>
              </a:endParaRPr>
            </a:p>
          </p:txBody>
        </p:sp>
        <p:sp>
          <p:nvSpPr>
            <p:cNvPr id="90" name="Прямоугольник 4"/>
            <p:cNvSpPr/>
            <p:nvPr/>
          </p:nvSpPr>
          <p:spPr>
            <a:xfrm>
              <a:off x="10519200" y="5807520"/>
              <a:ext cx="325800" cy="429840"/>
            </a:xfrm>
            <a:prstGeom prst="rect">
              <a:avLst/>
            </a:prstGeom>
            <a:solidFill>
              <a:srgbClr val="0040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Calibri"/>
                <a:ea typeface="DejaVu Sans"/>
              </a:endParaRPr>
            </a:p>
          </p:txBody>
        </p:sp>
        <p:cxnSp>
          <p:nvCxnSpPr>
            <p:cNvPr id="91" name="Прямая соединительная линия 5"/>
            <p:cNvCxnSpPr/>
            <p:nvPr/>
          </p:nvCxnSpPr>
          <p:spPr>
            <a:xfrm>
              <a:off x="10674000" y="6246360"/>
              <a:ext cx="662040" cy="669240"/>
            </a:xfrm>
            <a:prstGeom prst="straightConnector1">
              <a:avLst/>
            </a:prstGeom>
            <a:ln w="38100" cap="rnd">
              <a:solidFill>
                <a:srgbClr val="FFD900"/>
              </a:solidFill>
              <a:round/>
            </a:ln>
          </p:spPr>
        </p:cxnSp>
      </p:grp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989640" y="444960"/>
            <a:ext cx="17818920" cy="186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FFFFFF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989640" y="2611440"/>
            <a:ext cx="1781892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rgbClr val="FFFFFF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solidFill>
                  <a:srgbClr val="FFFFFF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FFFFFF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FFFFFF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FFFFFF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FFFFFF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FFFFFF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89640" y="444960"/>
            <a:ext cx="17818920" cy="186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989640" y="2611440"/>
            <a:ext cx="1781892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989640" y="444960"/>
            <a:ext cx="17818920" cy="186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989640" y="2611440"/>
            <a:ext cx="1781892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ftr" idx="4"/>
          </p:nvPr>
        </p:nvSpPr>
        <p:spPr>
          <a:xfrm>
            <a:off x="6558480" y="10343880"/>
            <a:ext cx="6680880" cy="592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207" name="PlaceHolder 2"/>
          <p:cNvSpPr>
            <a:spLocks noGrp="1"/>
          </p:cNvSpPr>
          <p:nvPr>
            <p:ph type="sldNum" idx="5"/>
          </p:nvPr>
        </p:nvSpPr>
        <p:spPr>
          <a:xfrm>
            <a:off x="13983120" y="10343880"/>
            <a:ext cx="4453560" cy="592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24BA695D-3F5F-4AAA-BF58-A9D4B0043CBA}" type="slidenum"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dt" idx="6"/>
          </p:nvPr>
        </p:nvSpPr>
        <p:spPr>
          <a:xfrm>
            <a:off x="1361160" y="10343880"/>
            <a:ext cx="4453560" cy="592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209" name="PlaceHolder 4"/>
          <p:cNvSpPr>
            <a:spLocks noGrp="1"/>
          </p:cNvSpPr>
          <p:nvPr>
            <p:ph type="title"/>
          </p:nvPr>
        </p:nvSpPr>
        <p:spPr>
          <a:xfrm>
            <a:off x="989640" y="444960"/>
            <a:ext cx="17818920" cy="186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10" name="PlaceHolder 5"/>
          <p:cNvSpPr>
            <a:spLocks noGrp="1"/>
          </p:cNvSpPr>
          <p:nvPr>
            <p:ph type="body"/>
          </p:nvPr>
        </p:nvSpPr>
        <p:spPr>
          <a:xfrm>
            <a:off x="989640" y="2611440"/>
            <a:ext cx="17818920" cy="647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1.xml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1080000" y="3600000"/>
            <a:ext cx="1326024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ts val="8399"/>
              </a:lnSpc>
              <a:buNone/>
              <a:tabLst>
                <a:tab pos="0" algn="l"/>
              </a:tabLst>
            </a:pPr>
            <a:r>
              <a:rPr lang="ru-RU" sz="9600" b="0" strike="noStrike" spc="-1" dirty="0">
                <a:solidFill>
                  <a:srgbClr val="1A1919"/>
                </a:solidFill>
                <a:latin typeface="Inter SemiBold"/>
                <a:ea typeface="Inter SemiBold"/>
              </a:rPr>
              <a:t> </a:t>
            </a:r>
            <a:r>
              <a:rPr lang="ru-RU" sz="7200" b="0" strike="noStrike" spc="-1" dirty="0">
                <a:solidFill>
                  <a:srgbClr val="1A1919"/>
                </a:solidFill>
                <a:latin typeface="Inter SemiBold"/>
                <a:ea typeface="Inter SemiBold"/>
              </a:rPr>
              <a:t>Автор</a:t>
            </a:r>
            <a:r>
              <a:rPr lang="ru-RU" sz="7200" spc="-1" dirty="0">
                <a:solidFill>
                  <a:srgbClr val="1A1919"/>
                </a:solidFill>
                <a:latin typeface="Inter SemiBold"/>
                <a:ea typeface="Inter SemiBold"/>
              </a:rPr>
              <a:t>ы</a:t>
            </a:r>
            <a:r>
              <a:rPr lang="en-US" sz="7200" b="0" strike="noStrike" spc="-1" dirty="0">
                <a:solidFill>
                  <a:srgbClr val="1A1919"/>
                </a:solidFill>
                <a:latin typeface="Inter SemiBold"/>
                <a:ea typeface="Inter SemiBold"/>
              </a:rPr>
              <a:t>:</a:t>
            </a:r>
            <a:endParaRPr lang="ru-RU" sz="7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1080000" y="5126940"/>
            <a:ext cx="10016160" cy="197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lvl="1" indent="0" algn="ctr">
              <a:lnSpc>
                <a:spcPts val="4201"/>
              </a:lnSpc>
              <a:buNone/>
              <a:tabLst>
                <a:tab pos="0" algn="l"/>
              </a:tabLst>
            </a:pPr>
            <a:endParaRPr lang="ru-RU" sz="6800" b="0" strike="noStrike" spc="-1" dirty="0">
              <a:solidFill>
                <a:srgbClr val="1A1919"/>
              </a:solidFill>
              <a:latin typeface="Inter"/>
              <a:ea typeface="Inter"/>
            </a:endParaRPr>
          </a:p>
          <a:p>
            <a:pPr indent="0">
              <a:lnSpc>
                <a:spcPts val="4201"/>
              </a:lnSpc>
              <a:buNone/>
              <a:tabLst>
                <a:tab pos="0" algn="l"/>
              </a:tabLst>
            </a:pPr>
            <a:r>
              <a:rPr lang="ru-RU" sz="7200" spc="-1" dirty="0">
                <a:solidFill>
                  <a:srgbClr val="1A1919"/>
                </a:solidFill>
                <a:latin typeface="Inter"/>
                <a:ea typeface="Inter"/>
              </a:rPr>
              <a:t>Григорьев Дмитрий</a:t>
            </a:r>
          </a:p>
          <a:p>
            <a:pPr indent="0">
              <a:lnSpc>
                <a:spcPts val="4201"/>
              </a:lnSpc>
              <a:buNone/>
              <a:tabLst>
                <a:tab pos="0" algn="l"/>
              </a:tabLst>
            </a:pPr>
            <a:endParaRPr lang="ru-RU" sz="7200" spc="-1" dirty="0">
              <a:solidFill>
                <a:srgbClr val="1A1919"/>
              </a:solidFill>
              <a:latin typeface="Inter"/>
              <a:ea typeface="Inter"/>
            </a:endParaRPr>
          </a:p>
          <a:p>
            <a:pPr indent="0">
              <a:lnSpc>
                <a:spcPts val="4201"/>
              </a:lnSpc>
              <a:buNone/>
              <a:tabLst>
                <a:tab pos="0" algn="l"/>
              </a:tabLst>
            </a:pPr>
            <a:r>
              <a:rPr lang="ru-RU" sz="7200" b="0" strike="noStrike" spc="-1" dirty="0">
                <a:solidFill>
                  <a:srgbClr val="1A1919"/>
                </a:solidFill>
                <a:latin typeface="Inter"/>
                <a:ea typeface="Inter"/>
              </a:rPr>
              <a:t>М</a:t>
            </a:r>
            <a:r>
              <a:rPr lang="ru-RU" sz="7200" spc="-1" dirty="0">
                <a:solidFill>
                  <a:srgbClr val="1A1919"/>
                </a:solidFill>
                <a:latin typeface="Inter"/>
                <a:ea typeface="Inter"/>
              </a:rPr>
              <a:t>аксимова Анна</a:t>
            </a:r>
            <a:endParaRPr lang="en-US" sz="7200" b="0" strike="noStrike" spc="-1" dirty="0">
              <a:solidFill>
                <a:srgbClr val="1A1919"/>
              </a:solidFill>
              <a:latin typeface="Inter"/>
              <a:ea typeface="Inter"/>
            </a:endParaRPr>
          </a:p>
          <a:p>
            <a:pPr indent="0" algn="ctr">
              <a:lnSpc>
                <a:spcPts val="4201"/>
              </a:lnSpc>
              <a:buNone/>
              <a:tabLst>
                <a:tab pos="0" algn="l"/>
              </a:tabLst>
            </a:pPr>
            <a:endParaRPr lang="ru-RU" sz="7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Скругленный прямоугольник 5"/>
          <p:cNvSpPr/>
          <p:nvPr/>
        </p:nvSpPr>
        <p:spPr>
          <a:xfrm>
            <a:off x="10813320" y="8930520"/>
            <a:ext cx="4094280" cy="1144800"/>
          </a:xfrm>
          <a:prstGeom prst="roundRect">
            <a:avLst>
              <a:gd name="adj" fmla="val 2916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0" name="Скругленный прямоугольник 6"/>
          <p:cNvSpPr/>
          <p:nvPr/>
        </p:nvSpPr>
        <p:spPr>
          <a:xfrm>
            <a:off x="582480" y="720000"/>
            <a:ext cx="15436800" cy="2519280"/>
          </a:xfrm>
          <a:prstGeom prst="roundRect">
            <a:avLst>
              <a:gd name="adj" fmla="val 7585"/>
            </a:avLst>
          </a:prstGeom>
          <a:solidFill>
            <a:srgbClr val="004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6600" b="0" strike="noStrike" spc="-1" dirty="0">
                <a:solidFill>
                  <a:schemeClr val="lt1"/>
                </a:solidFill>
                <a:latin typeface="Calibri"/>
                <a:ea typeface="DejaVu Sans"/>
              </a:rPr>
              <a:t> </a:t>
            </a:r>
            <a:r>
              <a:rPr lang="ru-RU" sz="9600" b="0" strike="noStrike" spc="-1" dirty="0">
                <a:solidFill>
                  <a:schemeClr val="lt1"/>
                </a:solidFill>
                <a:latin typeface="Calibri"/>
                <a:ea typeface="DejaVu Sans"/>
              </a:rPr>
              <a:t>Проект «</a:t>
            </a:r>
            <a:r>
              <a:rPr lang="en-US" altLang="ru-RU" sz="9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Better together</a:t>
            </a:r>
            <a:r>
              <a:rPr lang="ru-RU" sz="9600" b="0" strike="noStrike" spc="-1" dirty="0">
                <a:solidFill>
                  <a:schemeClr val="lt1"/>
                </a:solidFill>
                <a:latin typeface="Calibri"/>
                <a:ea typeface="DejaVu Sans"/>
              </a:rPr>
              <a:t>»</a:t>
            </a:r>
            <a:endParaRPr lang="ru-RU" sz="9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Скругленный прямоугольник 2"/>
          <p:cNvSpPr/>
          <p:nvPr/>
        </p:nvSpPr>
        <p:spPr>
          <a:xfrm>
            <a:off x="374040" y="8482320"/>
            <a:ext cx="14896800" cy="2373480"/>
          </a:xfrm>
          <a:prstGeom prst="roundRect">
            <a:avLst>
              <a:gd name="adj" fmla="val 29166"/>
            </a:avLst>
          </a:prstGeom>
          <a:solidFill>
            <a:srgbClr val="00402E"/>
          </a:solidFill>
          <a:ln w="0">
            <a:noFill/>
          </a:ln>
        </p:spPr>
        <p:style>
          <a:lnRef idx="0">
            <a:scrgbClr r="0" g="0" b="0"/>
          </a:lnRef>
          <a:fillRef idx="1">
            <a:schemeClr val="accent1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  <a:ea typeface="DejaVu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Скругленный прямоугольник 16"/>
          <p:cNvSpPr/>
          <p:nvPr/>
        </p:nvSpPr>
        <p:spPr>
          <a:xfrm>
            <a:off x="7020000" y="6226920"/>
            <a:ext cx="12001320" cy="1748520"/>
          </a:xfrm>
          <a:prstGeom prst="roundRect">
            <a:avLst>
              <a:gd name="adj" fmla="val 18639"/>
            </a:avLst>
          </a:prstGeom>
          <a:noFill/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3" name="Скругленный прямоугольник 12"/>
          <p:cNvSpPr/>
          <p:nvPr/>
        </p:nvSpPr>
        <p:spPr>
          <a:xfrm>
            <a:off x="6999480" y="4043880"/>
            <a:ext cx="12001320" cy="1770120"/>
          </a:xfrm>
          <a:prstGeom prst="roundRect">
            <a:avLst>
              <a:gd name="adj" fmla="val 18639"/>
            </a:avLst>
          </a:prstGeom>
          <a:noFill/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4" name="Скругленный прямоугольник 9"/>
          <p:cNvSpPr/>
          <p:nvPr/>
        </p:nvSpPr>
        <p:spPr>
          <a:xfrm>
            <a:off x="6923160" y="792720"/>
            <a:ext cx="12053880" cy="826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32000" tIns="0" rIns="432000" bIns="0" anchor="t">
            <a:noAutofit/>
          </a:bodyPr>
          <a:lstStyle/>
          <a:p>
            <a:pPr algn="ctr">
              <a:lnSpc>
                <a:spcPts val="4201"/>
              </a:lnSpc>
            </a:pPr>
            <a:r>
              <a:rPr lang="ru-RU" sz="2600" b="1" strike="noStrike" spc="-1">
                <a:solidFill>
                  <a:srgbClr val="00402E"/>
                </a:solidFill>
                <a:latin typeface="Inter SemiBold"/>
                <a:ea typeface="Inter SemiBold"/>
              </a:rPr>
              <a:t>Основные задачи, стоящие перед проектом, включают</a:t>
            </a:r>
            <a:r>
              <a:rPr lang="en-US" sz="2600" b="1" strike="noStrike" spc="-1">
                <a:solidFill>
                  <a:srgbClr val="1A1919"/>
                </a:solidFill>
                <a:latin typeface="Inter SemiBold"/>
                <a:ea typeface="Inter SemiBold"/>
              </a:rPr>
              <a:t>:</a:t>
            </a:r>
            <a:endParaRPr lang="ru-RU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Скругленный прямоугольник 20"/>
          <p:cNvSpPr/>
          <p:nvPr/>
        </p:nvSpPr>
        <p:spPr>
          <a:xfrm>
            <a:off x="7023600" y="1819440"/>
            <a:ext cx="12055320" cy="1775160"/>
          </a:xfrm>
          <a:prstGeom prst="roundRect">
            <a:avLst>
              <a:gd name="adj" fmla="val 18639"/>
            </a:avLst>
          </a:prstGeom>
          <a:noFill/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6" name="Скругленный прямоугольник 11"/>
          <p:cNvSpPr/>
          <p:nvPr/>
        </p:nvSpPr>
        <p:spPr>
          <a:xfrm>
            <a:off x="826920" y="798120"/>
            <a:ext cx="5934960" cy="826200"/>
          </a:xfrm>
          <a:prstGeom prst="roundRect">
            <a:avLst>
              <a:gd name="adj" fmla="val 50000"/>
            </a:avLst>
          </a:prstGeom>
          <a:solidFill>
            <a:srgbClr val="FFD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000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1624"/>
              </a:spcBef>
            </a:pPr>
            <a:r>
              <a:rPr lang="ru-RU" sz="4000" b="1" strike="noStrike" spc="-1" dirty="0">
                <a:solidFill>
                  <a:srgbClr val="00402E"/>
                </a:solidFill>
                <a:latin typeface="Inter SemiBold"/>
                <a:ea typeface="Inter SemiBold"/>
              </a:rPr>
              <a:t>Идея проекта</a:t>
            </a:r>
            <a:r>
              <a:rPr lang="en-US" sz="4000" b="1" strike="noStrike" spc="-1" dirty="0">
                <a:solidFill>
                  <a:srgbClr val="00402E"/>
                </a:solidFill>
                <a:latin typeface="Inter SemiBold"/>
                <a:ea typeface="Inter SemiBold"/>
              </a:rPr>
              <a:t>:</a:t>
            </a:r>
            <a:endParaRPr lang="ru-RU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Текст 21"/>
          <p:cNvSpPr/>
          <p:nvPr/>
        </p:nvSpPr>
        <p:spPr>
          <a:xfrm>
            <a:off x="7437240" y="2130480"/>
            <a:ext cx="10587240" cy="5745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4000"/>
              </a:lnSpc>
              <a:tabLst>
                <a:tab pos="0" algn="l"/>
              </a:tabLst>
            </a:pPr>
            <a:r>
              <a:rPr lang="ru-RU" sz="3000" b="1" strike="noStrike" spc="-1" dirty="0">
                <a:solidFill>
                  <a:srgbClr val="FFFFFF"/>
                </a:solidFill>
                <a:latin typeface="Inter SemiBold"/>
                <a:ea typeface="Inter SemiBold"/>
              </a:rPr>
              <a:t>Создать простой, понятный и удобный графический интерфейс для игрока. </a:t>
            </a:r>
            <a:endParaRPr lang="ru-RU" sz="30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Текст 21"/>
          <p:cNvSpPr/>
          <p:nvPr/>
        </p:nvSpPr>
        <p:spPr>
          <a:xfrm>
            <a:off x="7437240" y="4439160"/>
            <a:ext cx="9522720" cy="5745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4000"/>
              </a:lnSpc>
              <a:tabLst>
                <a:tab pos="0" algn="l"/>
              </a:tabLst>
            </a:pPr>
            <a:r>
              <a:rPr lang="ru-RU" sz="3000" b="1" strike="noStrike" spc="-1" dirty="0">
                <a:solidFill>
                  <a:srgbClr val="FFFFFF"/>
                </a:solidFill>
                <a:latin typeface="Inter SemiBold"/>
                <a:ea typeface="Inter SemiBold"/>
              </a:rPr>
              <a:t>Разработать мини-игры с характерными правилами и уровнями сложности.</a:t>
            </a:r>
            <a:endParaRPr lang="ru-RU" sz="30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Текст 21"/>
          <p:cNvSpPr/>
          <p:nvPr/>
        </p:nvSpPr>
        <p:spPr>
          <a:xfrm>
            <a:off x="7437240" y="6822000"/>
            <a:ext cx="9522720" cy="5745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4000"/>
              </a:lnSpc>
              <a:tabLst>
                <a:tab pos="0" algn="l"/>
              </a:tabLst>
            </a:pPr>
            <a:r>
              <a:rPr lang="ru-RU" sz="3000" b="1" strike="noStrike" spc="-1" dirty="0">
                <a:solidFill>
                  <a:srgbClr val="FFFFFF"/>
                </a:solidFill>
                <a:latin typeface="Inter SemiBold"/>
                <a:ea typeface="Inter SemiBold"/>
              </a:rPr>
              <a:t>Реализация системы подсчета результатов.</a:t>
            </a:r>
            <a:endParaRPr lang="ru-RU" sz="30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Номер слайда 1"/>
          <p:cNvSpPr/>
          <p:nvPr/>
        </p:nvSpPr>
        <p:spPr>
          <a:xfrm>
            <a:off x="18410400" y="10492560"/>
            <a:ext cx="106740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</a:pPr>
            <a:fld id="{1DCAB7A1-47EF-4160-B14B-4CAA21FE22B3}" type="slidenum">
              <a:rPr lang="ru-RU" sz="1600" b="0" strike="noStrike" spc="-1">
                <a:solidFill>
                  <a:schemeClr val="accent6"/>
                </a:solidFill>
                <a:latin typeface="Inter"/>
                <a:ea typeface="Inter"/>
              </a:rPr>
              <a:t>2</a:t>
            </a:fld>
            <a:endParaRPr lang="ru-RU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Скругленный прямоугольник 3"/>
          <p:cNvSpPr/>
          <p:nvPr/>
        </p:nvSpPr>
        <p:spPr>
          <a:xfrm>
            <a:off x="826920" y="1819440"/>
            <a:ext cx="5934960" cy="8546400"/>
          </a:xfrm>
          <a:prstGeom prst="roundRect">
            <a:avLst>
              <a:gd name="adj" fmla="val 8485"/>
            </a:avLst>
          </a:prstGeom>
          <a:solidFill>
            <a:srgbClr val="FFD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288000" tIns="144000" rIns="288000" bIns="144000" anchor="t">
            <a:noAutofit/>
          </a:bodyPr>
          <a:lstStyle/>
          <a:p>
            <a:pPr>
              <a:lnSpc>
                <a:spcPts val="6999"/>
              </a:lnSpc>
            </a:pPr>
            <a:r>
              <a:rPr lang="ru-RU" sz="3600" b="1" strike="noStrike" spc="-1" dirty="0">
                <a:solidFill>
                  <a:srgbClr val="00402E"/>
                </a:solidFill>
                <a:latin typeface="Inter SemiBold"/>
              </a:rPr>
              <a:t>Создать игру, которая </a:t>
            </a:r>
            <a:r>
              <a:rPr lang="ru-RU" sz="3600" b="1" spc="-1" dirty="0">
                <a:solidFill>
                  <a:srgbClr val="00402E"/>
                </a:solidFill>
                <a:latin typeface="Inter SemiBold"/>
              </a:rPr>
              <a:t>дает</a:t>
            </a:r>
            <a:r>
              <a:rPr lang="ru-RU" sz="3600" b="1" strike="noStrike" spc="-1" dirty="0">
                <a:solidFill>
                  <a:srgbClr val="00402E"/>
                </a:solidFill>
                <a:latin typeface="Inter SemiBold"/>
              </a:rPr>
              <a:t> пользователю возможность исследования интерактивной карты, на которой расположены различные точки, запускающие мини-игры.</a:t>
            </a:r>
          </a:p>
        </p:txBody>
      </p:sp>
      <p:sp>
        <p:nvSpPr>
          <p:cNvPr id="262" name="Скругленный прямоугольник 1"/>
          <p:cNvSpPr/>
          <p:nvPr/>
        </p:nvSpPr>
        <p:spPr>
          <a:xfrm>
            <a:off x="7020000" y="8460000"/>
            <a:ext cx="11907360" cy="1876320"/>
          </a:xfrm>
          <a:prstGeom prst="roundRect">
            <a:avLst>
              <a:gd name="adj" fmla="val 18639"/>
            </a:avLst>
          </a:prstGeom>
          <a:noFill/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3" name="Текст 21"/>
          <p:cNvSpPr/>
          <p:nvPr/>
        </p:nvSpPr>
        <p:spPr>
          <a:xfrm>
            <a:off x="7400520" y="9148860"/>
            <a:ext cx="11620800" cy="49860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4000"/>
              </a:lnSpc>
              <a:tabLst>
                <a:tab pos="0" algn="l"/>
              </a:tabLst>
            </a:pPr>
            <a:r>
              <a:rPr lang="ru-RU" sz="3000" b="1" strike="noStrike" spc="-1" dirty="0">
                <a:solidFill>
                  <a:srgbClr val="FFFFFF"/>
                </a:solidFill>
                <a:latin typeface="Inter SemiBold"/>
                <a:ea typeface="Inter SemiBold"/>
              </a:rPr>
              <a:t>Обеспечение повторяемости и вариативности игрового процесса.</a:t>
            </a:r>
            <a:endParaRPr lang="ru-RU" sz="30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Box 1"/>
          <p:cNvSpPr/>
          <p:nvPr/>
        </p:nvSpPr>
        <p:spPr>
          <a:xfrm>
            <a:off x="1486800" y="4034160"/>
            <a:ext cx="8411400" cy="404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ts val="6999"/>
              </a:lnSpc>
            </a:pPr>
            <a:r>
              <a:rPr lang="ru-RU" sz="6000" b="1" strike="noStrike" spc="-1">
                <a:solidFill>
                  <a:schemeClr val="accent2">
                    <a:lumMod val="40000"/>
                    <a:lumOff val="60000"/>
                  </a:schemeClr>
                </a:solidFill>
                <a:latin typeface="Inter SemiBold"/>
                <a:ea typeface="Inter SemiBold"/>
              </a:rPr>
              <a:t>А теперь перейдём к функционалу</a:t>
            </a:r>
            <a:endParaRPr lang="ru-RU" sz="6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Скругленный прямоугольник 2"/>
          <p:cNvSpPr/>
          <p:nvPr/>
        </p:nvSpPr>
        <p:spPr>
          <a:xfrm>
            <a:off x="11603880" y="5313600"/>
            <a:ext cx="8040240" cy="5844960"/>
          </a:xfrm>
          <a:prstGeom prst="roundRect">
            <a:avLst>
              <a:gd name="adj" fmla="val 29166"/>
            </a:avLst>
          </a:prstGeom>
          <a:solidFill>
            <a:srgbClr val="00402E"/>
          </a:solidFill>
          <a:ln w="0">
            <a:noFill/>
          </a:ln>
        </p:spPr>
        <p:style>
          <a:lnRef idx="0">
            <a:scrgbClr r="0" g="0" b="0"/>
          </a:lnRef>
          <a:fillRef idx="1">
            <a:schemeClr val="accent1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  <a:ea typeface="DejaVu Sans"/>
            </a:endParaRPr>
          </a:p>
        </p:txBody>
      </p:sp>
      <p:pic>
        <p:nvPicPr>
          <p:cNvPr id="266" name="Изображение 3"/>
          <p:cNvPicPr/>
          <p:nvPr/>
        </p:nvPicPr>
        <p:blipFill>
          <a:blip r:embed="rId2"/>
          <a:stretch/>
        </p:blipFill>
        <p:spPr>
          <a:xfrm flipH="1">
            <a:off x="11605320" y="4033440"/>
            <a:ext cx="7270560" cy="65937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Скругленный прямоугольник 11"/>
          <p:cNvSpPr/>
          <p:nvPr/>
        </p:nvSpPr>
        <p:spPr>
          <a:xfrm>
            <a:off x="1991520" y="540000"/>
            <a:ext cx="15650640" cy="1197360"/>
          </a:xfrm>
          <a:prstGeom prst="roundRect">
            <a:avLst>
              <a:gd name="adj" fmla="val 50000"/>
            </a:avLst>
          </a:prstGeom>
          <a:solidFill>
            <a:srgbClr val="004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6000" b="1" strike="noStrike" spc="-1" dirty="0">
                <a:solidFill>
                  <a:schemeClr val="lt1"/>
                </a:solidFill>
                <a:latin typeface="Inter SemiBold"/>
                <a:ea typeface="Inter SemiBold"/>
              </a:rPr>
              <a:t>Стартовое окно.</a:t>
            </a:r>
            <a:endParaRPr lang="ru-RU" sz="60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Num" idx="7"/>
          </p:nvPr>
        </p:nvSpPr>
        <p:spPr>
          <a:xfrm>
            <a:off x="20520000" y="9720000"/>
            <a:ext cx="1067400" cy="4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0" name="Скругленный прямоугольник 11"/>
          <p:cNvSpPr/>
          <p:nvPr/>
        </p:nvSpPr>
        <p:spPr>
          <a:xfrm>
            <a:off x="2819520" y="509760"/>
            <a:ext cx="14184000" cy="1197360"/>
          </a:xfrm>
          <a:prstGeom prst="roundRect">
            <a:avLst>
              <a:gd name="adj" fmla="val 50000"/>
            </a:avLst>
          </a:prstGeom>
          <a:solidFill>
            <a:srgbClr val="004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6000" b="1" strike="noStrike" spc="-1" dirty="0">
                <a:solidFill>
                  <a:schemeClr val="lt1"/>
                </a:solidFill>
                <a:latin typeface="Inter SemiBold"/>
                <a:ea typeface="Inter SemiBold"/>
              </a:rPr>
              <a:t>Карта.</a:t>
            </a:r>
            <a:endParaRPr lang="ru-RU" sz="60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Num" idx="8"/>
          </p:nvPr>
        </p:nvSpPr>
        <p:spPr>
          <a:xfrm>
            <a:off x="18730440" y="10492920"/>
            <a:ext cx="1067400" cy="4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" name="Скругленный прямоугольник 4"/>
          <p:cNvSpPr/>
          <p:nvPr/>
        </p:nvSpPr>
        <p:spPr>
          <a:xfrm>
            <a:off x="360000" y="540000"/>
            <a:ext cx="19078920" cy="1197360"/>
          </a:xfrm>
          <a:prstGeom prst="roundRect">
            <a:avLst>
              <a:gd name="adj" fmla="val 50000"/>
            </a:avLst>
          </a:prstGeom>
          <a:solidFill>
            <a:srgbClr val="004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6000" b="1" strike="noStrike" spc="-1" dirty="0">
                <a:solidFill>
                  <a:schemeClr val="lt1"/>
                </a:solidFill>
                <a:latin typeface="Inter SemiBold"/>
                <a:ea typeface="Inter SemiBold"/>
              </a:rPr>
              <a:t>Мини-игры</a:t>
            </a:r>
            <a:r>
              <a:rPr lang="ru-RU" sz="4800" b="1" strike="noStrike" spc="-1" dirty="0">
                <a:solidFill>
                  <a:schemeClr val="lt1"/>
                </a:solidFill>
                <a:latin typeface="Inter SemiBold"/>
                <a:ea typeface="Inter SemiBold"/>
              </a:rPr>
              <a:t>.</a:t>
            </a:r>
            <a:endParaRPr lang="ru-RU" sz="48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Num" idx="9"/>
          </p:nvPr>
        </p:nvSpPr>
        <p:spPr>
          <a:xfrm>
            <a:off x="18730440" y="10492920"/>
            <a:ext cx="1067400" cy="4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6" name="Скругленный прямоугольник 11"/>
          <p:cNvSpPr/>
          <p:nvPr/>
        </p:nvSpPr>
        <p:spPr>
          <a:xfrm>
            <a:off x="2158200" y="492840"/>
            <a:ext cx="16004880" cy="1197360"/>
          </a:xfrm>
          <a:prstGeom prst="roundRect">
            <a:avLst>
              <a:gd name="adj" fmla="val 50000"/>
            </a:avLst>
          </a:prstGeom>
          <a:solidFill>
            <a:srgbClr val="004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6000" b="1" strike="noStrike" spc="-1" dirty="0">
                <a:solidFill>
                  <a:srgbClr val="FFFFFF"/>
                </a:solidFill>
                <a:latin typeface="Inter SemiBold"/>
                <a:ea typeface="Inter SemiBold"/>
              </a:rPr>
              <a:t>Подсчет результатов.</a:t>
            </a:r>
            <a:endParaRPr lang="ru-RU" sz="60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Скругленный прямоугольник 21"/>
          <p:cNvSpPr/>
          <p:nvPr/>
        </p:nvSpPr>
        <p:spPr>
          <a:xfrm>
            <a:off x="9899650" y="2203920"/>
            <a:ext cx="7919270" cy="1288800"/>
          </a:xfrm>
          <a:prstGeom prst="roundRect">
            <a:avLst>
              <a:gd name="adj" fmla="val 848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9" name="Скругленный прямоугольник 5"/>
          <p:cNvSpPr/>
          <p:nvPr/>
        </p:nvSpPr>
        <p:spPr>
          <a:xfrm>
            <a:off x="1278000" y="2203920"/>
            <a:ext cx="7545960" cy="1288800"/>
          </a:xfrm>
          <a:prstGeom prst="roundRect">
            <a:avLst>
              <a:gd name="adj" fmla="val 848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0" name="Текст 21"/>
          <p:cNvSpPr/>
          <p:nvPr/>
        </p:nvSpPr>
        <p:spPr>
          <a:xfrm>
            <a:off x="1535040" y="2621880"/>
            <a:ext cx="7031880" cy="22644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>
              <a:lnSpc>
                <a:spcPts val="4000"/>
              </a:lnSpc>
              <a:tabLst>
                <a:tab pos="0" algn="l"/>
              </a:tabLst>
            </a:pPr>
            <a:r>
              <a:rPr lang="ru-RU" sz="3600" b="1" spc="-1" dirty="0">
                <a:solidFill>
                  <a:srgbClr val="000000"/>
                </a:solidFill>
                <a:latin typeface="Inter SemiBold"/>
              </a:rPr>
              <a:t>Выбор уровня сложности</a:t>
            </a:r>
            <a:r>
              <a:rPr lang="en-US" sz="3600" b="1" spc="-1" dirty="0">
                <a:solidFill>
                  <a:srgbClr val="000000"/>
                </a:solidFill>
                <a:latin typeface="Inter SemiBold"/>
              </a:rPr>
              <a:t>:</a:t>
            </a:r>
            <a:endParaRPr lang="ru-RU" sz="3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Текст 21"/>
          <p:cNvSpPr/>
          <p:nvPr/>
        </p:nvSpPr>
        <p:spPr>
          <a:xfrm>
            <a:off x="10022945" y="2561040"/>
            <a:ext cx="7672680" cy="5745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>
              <a:lnSpc>
                <a:spcPts val="4000"/>
              </a:lnSpc>
              <a:tabLst>
                <a:tab pos="0" algn="l"/>
              </a:tabLst>
            </a:pPr>
            <a:r>
              <a:rPr lang="ru-RU" sz="3600" b="1" spc="-1" dirty="0">
                <a:solidFill>
                  <a:srgbClr val="000000"/>
                </a:solidFill>
                <a:latin typeface="Inter SemiBold"/>
              </a:rPr>
              <a:t>Окно в процессе игры</a:t>
            </a:r>
            <a:r>
              <a:rPr lang="en-US" sz="3600" b="1" spc="-1" dirty="0">
                <a:solidFill>
                  <a:srgbClr val="000000"/>
                </a:solidFill>
                <a:latin typeface="Inter SemiBold"/>
              </a:rPr>
              <a:t>:</a:t>
            </a:r>
            <a:endParaRPr lang="ru-RU" sz="3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Номер слайда 1"/>
          <p:cNvSpPr/>
          <p:nvPr/>
        </p:nvSpPr>
        <p:spPr>
          <a:xfrm>
            <a:off x="18410400" y="10492560"/>
            <a:ext cx="106740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</a:pPr>
            <a:fld id="{01539C96-02B1-4AC7-A491-04DEFEED5D58}" type="slidenum">
              <a:rPr lang="ru-RU" sz="1600" b="0" strike="noStrike" spc="-1">
                <a:solidFill>
                  <a:schemeClr val="accent6"/>
                </a:solidFill>
                <a:latin typeface="Inter"/>
                <a:ea typeface="Inter"/>
              </a:rPr>
              <a:t>8</a:t>
            </a:fld>
            <a:endParaRPr lang="ru-RU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Скругленный прямоугольник 9"/>
          <p:cNvSpPr/>
          <p:nvPr/>
        </p:nvSpPr>
        <p:spPr>
          <a:xfrm>
            <a:off x="1247040" y="361440"/>
            <a:ext cx="16571880" cy="885600"/>
          </a:xfrm>
          <a:prstGeom prst="roundRect">
            <a:avLst>
              <a:gd name="adj" fmla="val 30536"/>
            </a:avLst>
          </a:prstGeom>
          <a:solidFill>
            <a:srgbClr val="FFD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288000" tIns="0" rIns="288000" bIns="0" anchor="ctr">
            <a:noAutofit/>
          </a:bodyPr>
          <a:lstStyle/>
          <a:p>
            <a:pPr algn="ctr">
              <a:lnSpc>
                <a:spcPts val="6999"/>
              </a:lnSpc>
            </a:pPr>
            <a:r>
              <a:rPr lang="ru-RU" sz="6000" b="1" strike="noStrike" spc="-1" dirty="0">
                <a:solidFill>
                  <a:srgbClr val="00402E"/>
                </a:solidFill>
                <a:latin typeface="Inter SemiBold"/>
                <a:ea typeface="Inter SemiBold"/>
              </a:rPr>
              <a:t>Геймплей</a:t>
            </a:r>
            <a:r>
              <a:rPr lang="en-US" sz="6000" b="1" strike="noStrike" spc="-1" dirty="0">
                <a:solidFill>
                  <a:srgbClr val="00402E"/>
                </a:solidFill>
                <a:latin typeface="Inter SemiBold"/>
                <a:ea typeface="Inter SemiBold"/>
              </a:rPr>
              <a:t> </a:t>
            </a:r>
            <a:r>
              <a:rPr lang="ru-RU" sz="6000" b="1" spc="-1" dirty="0">
                <a:solidFill>
                  <a:srgbClr val="00402E"/>
                </a:solidFill>
                <a:latin typeface="Inter SemiBold"/>
                <a:ea typeface="Inter SemiBold"/>
              </a:rPr>
              <a:t>игры </a:t>
            </a:r>
            <a:r>
              <a:rPr lang="en-US" sz="6000" b="1" spc="-1" dirty="0" err="1">
                <a:solidFill>
                  <a:srgbClr val="00402E"/>
                </a:solidFill>
                <a:latin typeface="Inter SemiBold"/>
                <a:ea typeface="Inter SemiBold"/>
              </a:rPr>
              <a:t>Minisweeper</a:t>
            </a:r>
            <a:r>
              <a:rPr lang="en-US" sz="6000" b="1" strike="noStrike" spc="-1" dirty="0">
                <a:solidFill>
                  <a:srgbClr val="00402E"/>
                </a:solidFill>
                <a:latin typeface="Inter SemiBold"/>
                <a:ea typeface="Inter SemiBold"/>
              </a:rPr>
              <a:t> </a:t>
            </a:r>
            <a:endParaRPr lang="ru-RU" sz="6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Скругленный прямоугольник 21"/>
          <p:cNvSpPr/>
          <p:nvPr/>
        </p:nvSpPr>
        <p:spPr>
          <a:xfrm>
            <a:off x="9966240" y="2203920"/>
            <a:ext cx="7852680" cy="1288800"/>
          </a:xfrm>
          <a:prstGeom prst="roundRect">
            <a:avLst>
              <a:gd name="adj" fmla="val 848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7" name="Скругленный прямоугольник 5"/>
          <p:cNvSpPr/>
          <p:nvPr/>
        </p:nvSpPr>
        <p:spPr>
          <a:xfrm>
            <a:off x="1247040" y="2203920"/>
            <a:ext cx="7571880" cy="1288800"/>
          </a:xfrm>
          <a:prstGeom prst="roundRect">
            <a:avLst>
              <a:gd name="adj" fmla="val 848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8" name="Текст 21"/>
          <p:cNvSpPr/>
          <p:nvPr/>
        </p:nvSpPr>
        <p:spPr>
          <a:xfrm>
            <a:off x="1980380" y="2585076"/>
            <a:ext cx="5981400" cy="22644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>
              <a:lnSpc>
                <a:spcPts val="4000"/>
              </a:lnSpc>
              <a:tabLst>
                <a:tab pos="0" algn="l"/>
              </a:tabLst>
            </a:pPr>
            <a:r>
              <a:rPr lang="ru-RU" sz="3600" b="1" spc="-1" dirty="0">
                <a:solidFill>
                  <a:srgbClr val="000000"/>
                </a:solidFill>
                <a:latin typeface="Inter SemiBold"/>
                <a:ea typeface="Inter SemiBold"/>
              </a:rPr>
              <a:t>Выбор уровня сложности</a:t>
            </a:r>
            <a:r>
              <a:rPr lang="en-US" sz="3600" b="1" strike="noStrike" spc="-1" dirty="0">
                <a:solidFill>
                  <a:srgbClr val="000000"/>
                </a:solidFill>
                <a:latin typeface="Inter SemiBold"/>
                <a:ea typeface="Inter SemiBold"/>
              </a:rPr>
              <a:t>:</a:t>
            </a:r>
            <a:r>
              <a:rPr lang="ru-RU" sz="3600" b="1" strike="noStrike" spc="-1" dirty="0">
                <a:solidFill>
                  <a:srgbClr val="000000"/>
                </a:solidFill>
                <a:latin typeface="Inter SemiBold"/>
                <a:ea typeface="Inter SemiBold"/>
              </a:rPr>
              <a:t> </a:t>
            </a:r>
            <a:endParaRPr lang="ru-RU" sz="3600" b="0" strike="noStrike" spc="-1" dirty="0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ts val="4000"/>
              </a:lnSpc>
              <a:tabLst>
                <a:tab pos="0" algn="l"/>
              </a:tabLst>
            </a:pPr>
            <a:endParaRPr lang="ru-RU" sz="3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Текст 21"/>
          <p:cNvSpPr/>
          <p:nvPr/>
        </p:nvSpPr>
        <p:spPr>
          <a:xfrm rot="21576000">
            <a:off x="10699920" y="2561039"/>
            <a:ext cx="6385320" cy="5745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>
              <a:lnSpc>
                <a:spcPts val="4000"/>
              </a:lnSpc>
              <a:tabLst>
                <a:tab pos="0" algn="l"/>
              </a:tabLst>
            </a:pPr>
            <a:r>
              <a:rPr lang="ru-RU" sz="3600" b="1" spc="-1" dirty="0">
                <a:solidFill>
                  <a:srgbClr val="000000"/>
                </a:solidFill>
                <a:latin typeface="Inter SemiBold"/>
              </a:rPr>
              <a:t>Окно в процессе игры</a:t>
            </a:r>
            <a:r>
              <a:rPr lang="en-US" sz="3600" b="1" spc="-1" dirty="0">
                <a:solidFill>
                  <a:srgbClr val="000000"/>
                </a:solidFill>
                <a:latin typeface="Inter SemiBold"/>
              </a:rPr>
              <a:t>:</a:t>
            </a:r>
            <a:endParaRPr lang="ru-RU" sz="3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Номер слайда 1"/>
          <p:cNvSpPr/>
          <p:nvPr/>
        </p:nvSpPr>
        <p:spPr>
          <a:xfrm>
            <a:off x="18410400" y="10492560"/>
            <a:ext cx="106740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</a:pPr>
            <a:fld id="{36D669ED-9585-4D50-B7E1-3E4693C94A2D}" type="slidenum">
              <a:rPr lang="ru-RU" sz="1600" b="0" strike="noStrike" spc="-1">
                <a:solidFill>
                  <a:schemeClr val="accent6"/>
                </a:solidFill>
                <a:latin typeface="Inter"/>
                <a:ea typeface="Inter"/>
              </a:rPr>
              <a:t>9</a:t>
            </a:fld>
            <a:endParaRPr lang="ru-RU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Скругленный прямоугольник 9"/>
          <p:cNvSpPr/>
          <p:nvPr/>
        </p:nvSpPr>
        <p:spPr>
          <a:xfrm>
            <a:off x="1247040" y="361440"/>
            <a:ext cx="16571880" cy="885600"/>
          </a:xfrm>
          <a:prstGeom prst="roundRect">
            <a:avLst>
              <a:gd name="adj" fmla="val 30536"/>
            </a:avLst>
          </a:prstGeom>
          <a:solidFill>
            <a:srgbClr val="FFD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288000" tIns="0" rIns="288000" bIns="0" anchor="ctr">
            <a:noAutofit/>
          </a:bodyPr>
          <a:lstStyle/>
          <a:p>
            <a:pPr algn="ctr">
              <a:lnSpc>
                <a:spcPts val="6999"/>
              </a:lnSpc>
            </a:pPr>
            <a:r>
              <a:rPr lang="ru-RU" sz="6000" b="1" strike="noStrike" spc="-1" dirty="0">
                <a:solidFill>
                  <a:srgbClr val="00402E"/>
                </a:solidFill>
                <a:latin typeface="Inter SemiBold"/>
                <a:ea typeface="Inter SemiBold"/>
              </a:rPr>
              <a:t>Геймплей игры </a:t>
            </a:r>
            <a:r>
              <a:rPr lang="en-US" sz="6000" b="1" strike="noStrike" spc="-1" dirty="0">
                <a:solidFill>
                  <a:srgbClr val="00402E"/>
                </a:solidFill>
                <a:latin typeface="Inter SemiBold"/>
                <a:ea typeface="Inter SemiBold"/>
              </a:rPr>
              <a:t>Memory</a:t>
            </a:r>
            <a:endParaRPr lang="ru-RU" sz="6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0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74B567-2AED-6E88-09BA-B79FAC62F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Скругленный прямоугольник 21">
            <a:extLst>
              <a:ext uri="{FF2B5EF4-FFF2-40B4-BE49-F238E27FC236}">
                <a16:creationId xmlns:a16="http://schemas.microsoft.com/office/drawing/2014/main" id="{10718DB5-A1F4-B6CB-7B46-BE6B27CD97E4}"/>
              </a:ext>
            </a:extLst>
          </p:cNvPr>
          <p:cNvSpPr/>
          <p:nvPr/>
        </p:nvSpPr>
        <p:spPr>
          <a:xfrm>
            <a:off x="9966240" y="2203920"/>
            <a:ext cx="7852680" cy="1288800"/>
          </a:xfrm>
          <a:prstGeom prst="roundRect">
            <a:avLst>
              <a:gd name="adj" fmla="val 848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7" name="Скругленный прямоугольник 5">
            <a:extLst>
              <a:ext uri="{FF2B5EF4-FFF2-40B4-BE49-F238E27FC236}">
                <a16:creationId xmlns:a16="http://schemas.microsoft.com/office/drawing/2014/main" id="{C070E1C7-C235-D6AA-A771-CF3F6FD9B2C4}"/>
              </a:ext>
            </a:extLst>
          </p:cNvPr>
          <p:cNvSpPr/>
          <p:nvPr/>
        </p:nvSpPr>
        <p:spPr>
          <a:xfrm>
            <a:off x="1247040" y="2203920"/>
            <a:ext cx="7571880" cy="1288800"/>
          </a:xfrm>
          <a:prstGeom prst="roundRect">
            <a:avLst>
              <a:gd name="adj" fmla="val 848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8" name="Текст 21">
            <a:extLst>
              <a:ext uri="{FF2B5EF4-FFF2-40B4-BE49-F238E27FC236}">
                <a16:creationId xmlns:a16="http://schemas.microsoft.com/office/drawing/2014/main" id="{D877BB40-B46B-B498-6849-91B37106148D}"/>
              </a:ext>
            </a:extLst>
          </p:cNvPr>
          <p:cNvSpPr/>
          <p:nvPr/>
        </p:nvSpPr>
        <p:spPr>
          <a:xfrm>
            <a:off x="1980380" y="2585076"/>
            <a:ext cx="5981400" cy="22644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>
              <a:lnSpc>
                <a:spcPts val="4000"/>
              </a:lnSpc>
              <a:tabLst>
                <a:tab pos="0" algn="l"/>
              </a:tabLst>
            </a:pPr>
            <a:r>
              <a:rPr lang="ru-RU" sz="3600" b="1" strike="noStrike" spc="-1" dirty="0">
                <a:solidFill>
                  <a:srgbClr val="000000"/>
                </a:solidFill>
                <a:latin typeface="Inter SemiBold"/>
                <a:ea typeface="Inter SemiBold"/>
              </a:rPr>
              <a:t>Подсчет результатов</a:t>
            </a:r>
            <a:r>
              <a:rPr lang="en-US" sz="3600" b="1" strike="noStrike" spc="-1" dirty="0">
                <a:solidFill>
                  <a:srgbClr val="000000"/>
                </a:solidFill>
                <a:latin typeface="Inter SemiBold"/>
                <a:ea typeface="Inter SemiBold"/>
              </a:rPr>
              <a:t>:</a:t>
            </a:r>
            <a:r>
              <a:rPr lang="ru-RU" sz="3600" b="1" strike="noStrike" spc="-1" dirty="0">
                <a:solidFill>
                  <a:srgbClr val="000000"/>
                </a:solidFill>
                <a:latin typeface="Inter SemiBold"/>
                <a:ea typeface="Inter SemiBold"/>
              </a:rPr>
              <a:t> </a:t>
            </a:r>
            <a:endParaRPr lang="ru-RU" sz="3600" b="0" strike="noStrike" spc="-1" dirty="0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ts val="4000"/>
              </a:lnSpc>
              <a:tabLst>
                <a:tab pos="0" algn="l"/>
              </a:tabLst>
            </a:pPr>
            <a:endParaRPr lang="ru-RU" sz="3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Текст 21">
            <a:extLst>
              <a:ext uri="{FF2B5EF4-FFF2-40B4-BE49-F238E27FC236}">
                <a16:creationId xmlns:a16="http://schemas.microsoft.com/office/drawing/2014/main" id="{50AC97A0-E4C9-D84D-744C-BC8E5E3A3028}"/>
              </a:ext>
            </a:extLst>
          </p:cNvPr>
          <p:cNvSpPr/>
          <p:nvPr/>
        </p:nvSpPr>
        <p:spPr>
          <a:xfrm rot="21576000">
            <a:off x="10699920" y="2561039"/>
            <a:ext cx="6385320" cy="5745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>
              <a:lnSpc>
                <a:spcPts val="4000"/>
              </a:lnSpc>
              <a:tabLst>
                <a:tab pos="0" algn="l"/>
              </a:tabLst>
            </a:pPr>
            <a:r>
              <a:rPr lang="ru-RU" sz="3600" b="1" spc="-1" dirty="0">
                <a:solidFill>
                  <a:srgbClr val="000000"/>
                </a:solidFill>
                <a:latin typeface="Inter SemiBold"/>
              </a:rPr>
              <a:t>Окно в процессе игры</a:t>
            </a:r>
            <a:r>
              <a:rPr lang="en-US" sz="3600" b="1" spc="-1" dirty="0">
                <a:solidFill>
                  <a:srgbClr val="000000"/>
                </a:solidFill>
                <a:latin typeface="Inter SemiBold"/>
              </a:rPr>
              <a:t>:</a:t>
            </a:r>
            <a:endParaRPr lang="ru-RU" sz="3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Номер слайда 1">
            <a:extLst>
              <a:ext uri="{FF2B5EF4-FFF2-40B4-BE49-F238E27FC236}">
                <a16:creationId xmlns:a16="http://schemas.microsoft.com/office/drawing/2014/main" id="{433AB3DC-237E-5F8F-44CD-C60B5D34BC43}"/>
              </a:ext>
            </a:extLst>
          </p:cNvPr>
          <p:cNvSpPr/>
          <p:nvPr/>
        </p:nvSpPr>
        <p:spPr>
          <a:xfrm>
            <a:off x="18410400" y="10492560"/>
            <a:ext cx="106740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</a:pPr>
            <a:fld id="{36D669ED-9585-4D50-B7E1-3E4693C94A2D}" type="slidenum">
              <a:rPr lang="ru-RU" sz="1600" b="0" strike="noStrike" spc="-1">
                <a:solidFill>
                  <a:schemeClr val="accent6"/>
                </a:solidFill>
                <a:latin typeface="Inter"/>
                <a:ea typeface="Inter"/>
              </a:rPr>
              <a:t>10</a:t>
            </a:fld>
            <a:endParaRPr lang="ru-RU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Скругленный прямоугольник 9">
            <a:extLst>
              <a:ext uri="{FF2B5EF4-FFF2-40B4-BE49-F238E27FC236}">
                <a16:creationId xmlns:a16="http://schemas.microsoft.com/office/drawing/2014/main" id="{F63D0FAC-9D6B-D07E-EC1D-161100E04A51}"/>
              </a:ext>
            </a:extLst>
          </p:cNvPr>
          <p:cNvSpPr/>
          <p:nvPr/>
        </p:nvSpPr>
        <p:spPr>
          <a:xfrm>
            <a:off x="1247040" y="361440"/>
            <a:ext cx="16571880" cy="885600"/>
          </a:xfrm>
          <a:prstGeom prst="roundRect">
            <a:avLst>
              <a:gd name="adj" fmla="val 30536"/>
            </a:avLst>
          </a:prstGeom>
          <a:solidFill>
            <a:srgbClr val="FFD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288000" tIns="0" rIns="288000" bIns="0" anchor="ctr">
            <a:noAutofit/>
          </a:bodyPr>
          <a:lstStyle/>
          <a:p>
            <a:pPr algn="ctr">
              <a:lnSpc>
                <a:spcPts val="6999"/>
              </a:lnSpc>
            </a:pPr>
            <a:r>
              <a:rPr lang="ru-RU" sz="6000" b="1" strike="noStrike" spc="-1" dirty="0">
                <a:solidFill>
                  <a:srgbClr val="00402E"/>
                </a:solidFill>
                <a:latin typeface="Inter SemiBold"/>
                <a:ea typeface="Inter SemiBold"/>
              </a:rPr>
              <a:t>Геймплей игры </a:t>
            </a:r>
            <a:r>
              <a:rPr lang="en-US" sz="6000" b="1" spc="-1" dirty="0">
                <a:solidFill>
                  <a:srgbClr val="00402E"/>
                </a:solidFill>
                <a:latin typeface="Inter SemiBold"/>
                <a:ea typeface="Inter SemiBold"/>
              </a:rPr>
              <a:t>Snake</a:t>
            </a:r>
            <a:endParaRPr lang="ru-RU" sz="6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908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Скругленный прямоугольник 7"/>
          <p:cNvSpPr/>
          <p:nvPr/>
        </p:nvSpPr>
        <p:spPr>
          <a:xfrm>
            <a:off x="1247040" y="361440"/>
            <a:ext cx="16571880" cy="885600"/>
          </a:xfrm>
          <a:prstGeom prst="roundRect">
            <a:avLst>
              <a:gd name="adj" fmla="val 30536"/>
            </a:avLst>
          </a:prstGeom>
          <a:solidFill>
            <a:srgbClr val="FFD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288000" tIns="0" rIns="288000" bIns="0" anchor="ctr">
            <a:noAutofit/>
          </a:bodyPr>
          <a:lstStyle/>
          <a:p>
            <a:pPr algn="ctr">
              <a:lnSpc>
                <a:spcPts val="6999"/>
              </a:lnSpc>
            </a:pPr>
            <a:r>
              <a:rPr lang="ru-RU" sz="6000" b="1" strike="noStrike" spc="-1">
                <a:solidFill>
                  <a:srgbClr val="00402E"/>
                </a:solidFill>
                <a:latin typeface="Inter SemiBold"/>
                <a:ea typeface="Inter SemiBold"/>
              </a:rPr>
              <a:t>База данных и её таблицы</a:t>
            </a:r>
            <a:endParaRPr lang="ru-RU" sz="6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Скругленный прямоугольник 8"/>
          <p:cNvSpPr/>
          <p:nvPr/>
        </p:nvSpPr>
        <p:spPr>
          <a:xfrm>
            <a:off x="1080000" y="374040"/>
            <a:ext cx="17458920" cy="885600"/>
          </a:xfrm>
          <a:prstGeom prst="roundRect">
            <a:avLst>
              <a:gd name="adj" fmla="val 30536"/>
            </a:avLst>
          </a:prstGeom>
          <a:solidFill>
            <a:srgbClr val="FFD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288000" tIns="0" rIns="288000" bIns="0" anchor="b">
            <a:noAutofit/>
          </a:bodyPr>
          <a:lstStyle/>
          <a:p>
            <a:pPr algn="ctr">
              <a:lnSpc>
                <a:spcPts val="6999"/>
              </a:lnSpc>
            </a:pPr>
            <a:r>
              <a:rPr lang="ru-RU" sz="4200" b="1" strike="noStrike" spc="-1" dirty="0">
                <a:solidFill>
                  <a:srgbClr val="00402E"/>
                </a:solidFill>
                <a:latin typeface="Inter SemiBold"/>
                <a:ea typeface="Inter SemiBold"/>
              </a:rPr>
              <a:t>Технологии, которые использовались в </a:t>
            </a:r>
            <a:r>
              <a:rPr lang="ru-RU" sz="4200" b="1" spc="-1" dirty="0">
                <a:solidFill>
                  <a:srgbClr val="00402E"/>
                </a:solidFill>
                <a:latin typeface="Inter SemiBold"/>
                <a:ea typeface="Inter SemiBold"/>
              </a:rPr>
              <a:t>нашем</a:t>
            </a:r>
            <a:r>
              <a:rPr lang="ru-RU" sz="4200" b="1" strike="noStrike" spc="-1" dirty="0">
                <a:solidFill>
                  <a:srgbClr val="00402E"/>
                </a:solidFill>
                <a:latin typeface="Inter SemiBold"/>
                <a:ea typeface="Inter SemiBold"/>
              </a:rPr>
              <a:t> проекте</a:t>
            </a:r>
            <a:endParaRPr lang="ru-RU" sz="42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7" name="Рисунок 296"/>
          <p:cNvPicPr/>
          <p:nvPr/>
        </p:nvPicPr>
        <p:blipFill>
          <a:blip r:embed="rId2"/>
          <a:stretch/>
        </p:blipFill>
        <p:spPr>
          <a:xfrm>
            <a:off x="1080000" y="2160000"/>
            <a:ext cx="7315200" cy="3844560"/>
          </a:xfrm>
          <a:prstGeom prst="rect">
            <a:avLst/>
          </a:prstGeom>
          <a:ln w="0">
            <a:noFill/>
          </a:ln>
        </p:spPr>
      </p:pic>
      <p:pic>
        <p:nvPicPr>
          <p:cNvPr id="299" name="Рисунок 298"/>
          <p:cNvPicPr/>
          <p:nvPr/>
        </p:nvPicPr>
        <p:blipFill>
          <a:blip r:embed="rId3"/>
          <a:stretch/>
        </p:blipFill>
        <p:spPr>
          <a:xfrm>
            <a:off x="6248400" y="6827687"/>
            <a:ext cx="6650520" cy="3482400"/>
          </a:xfrm>
          <a:prstGeom prst="rect">
            <a:avLst/>
          </a:prstGeom>
          <a:ln w="0">
            <a:noFill/>
          </a:ln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5B3D635D-C97F-DA28-305F-B7364A41F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0280" y="2082767"/>
            <a:ext cx="6951480" cy="3921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Скругленный прямоугольник 5"/>
          <p:cNvSpPr/>
          <p:nvPr/>
        </p:nvSpPr>
        <p:spPr>
          <a:xfrm>
            <a:off x="2759040" y="2520000"/>
            <a:ext cx="14160240" cy="694980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ts val="3399"/>
              </a:lnSpc>
              <a:spcBef>
                <a:spcPts val="2401"/>
              </a:spcBef>
              <a:tabLst>
                <a:tab pos="0" algn="l"/>
              </a:tabLst>
            </a:pPr>
            <a:endParaRPr lang="ru-RU" sz="2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3399"/>
              </a:lnSpc>
              <a:spcBef>
                <a:spcPts val="2401"/>
              </a:spcBef>
              <a:tabLst>
                <a:tab pos="0" algn="l"/>
              </a:tabLst>
            </a:pPr>
            <a:endParaRPr lang="ru-RU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Текст 10"/>
          <p:cNvSpPr/>
          <p:nvPr/>
        </p:nvSpPr>
        <p:spPr>
          <a:xfrm>
            <a:off x="3420000" y="3060000"/>
            <a:ext cx="12803400" cy="593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ts val="3399"/>
              </a:lnSpc>
              <a:spcBef>
                <a:spcPts val="2401"/>
              </a:spcBef>
              <a:tabLst>
                <a:tab pos="0" algn="l"/>
              </a:tabLst>
            </a:pPr>
            <a:r>
              <a:rPr lang="ru-RU" sz="4200" b="1" strike="noStrike" spc="-1" dirty="0">
                <a:solidFill>
                  <a:srgbClr val="1A1919"/>
                </a:solidFill>
                <a:latin typeface="Inter"/>
                <a:ea typeface="Inter"/>
              </a:rPr>
              <a:t>Мы считаем, что все поставленные задачи выполнены.</a:t>
            </a:r>
            <a:endParaRPr lang="ru-RU" sz="44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Номер слайда 1"/>
          <p:cNvSpPr/>
          <p:nvPr/>
        </p:nvSpPr>
        <p:spPr>
          <a:xfrm>
            <a:off x="18410400" y="10492560"/>
            <a:ext cx="106740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</a:pPr>
            <a:fld id="{E8407119-05B5-4FA1-8BCF-4A74A3384988}" type="slidenum">
              <a:rPr lang="ru-RU" sz="1600" b="0" strike="noStrike" spc="-1">
                <a:solidFill>
                  <a:schemeClr val="accent6"/>
                </a:solidFill>
                <a:latin typeface="Inter"/>
                <a:ea typeface="Inter"/>
              </a:rPr>
              <a:t>13</a:t>
            </a:fld>
            <a:endParaRPr lang="ru-RU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Скругленный прямоугольник 1"/>
          <p:cNvSpPr/>
          <p:nvPr/>
        </p:nvSpPr>
        <p:spPr>
          <a:xfrm>
            <a:off x="2818800" y="798840"/>
            <a:ext cx="14160240" cy="1618560"/>
          </a:xfrm>
          <a:prstGeom prst="roundRect">
            <a:avLst>
              <a:gd name="adj" fmla="val 30536"/>
            </a:avLst>
          </a:prstGeom>
          <a:solidFill>
            <a:srgbClr val="FFD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288000" tIns="0" rIns="288000" bIns="0" anchor="ctr">
            <a:noAutofit/>
          </a:bodyPr>
          <a:lstStyle/>
          <a:p>
            <a:pPr>
              <a:lnSpc>
                <a:spcPts val="6999"/>
              </a:lnSpc>
            </a:pPr>
            <a:r>
              <a:rPr lang="ru-RU" sz="6000" b="1" strike="noStrike" spc="-1">
                <a:solidFill>
                  <a:srgbClr val="00402E"/>
                </a:solidFill>
                <a:latin typeface="Inter SemiBold"/>
                <a:ea typeface="Inter SemiBold"/>
              </a:rPr>
              <a:t>Заключение</a:t>
            </a:r>
            <a:endParaRPr lang="ru-RU" sz="6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Номер слайда 1"/>
          <p:cNvSpPr/>
          <p:nvPr/>
        </p:nvSpPr>
        <p:spPr>
          <a:xfrm>
            <a:off x="18410400" y="10492560"/>
            <a:ext cx="106740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</a:pPr>
            <a:fld id="{B364A95B-8EF8-49F4-B319-AD0CCDF65069}" type="slidenum">
              <a:rPr lang="ru-RU" sz="1600" b="0" strike="noStrike" spc="-1">
                <a:solidFill>
                  <a:schemeClr val="accent6"/>
                </a:solidFill>
                <a:latin typeface="Inter"/>
                <a:ea typeface="Inter"/>
              </a:rPr>
              <a:t>14</a:t>
            </a:fld>
            <a:endParaRPr lang="ru-RU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Скругленный прямоугольник 1"/>
          <p:cNvSpPr/>
          <p:nvPr/>
        </p:nvSpPr>
        <p:spPr>
          <a:xfrm>
            <a:off x="2818800" y="4156200"/>
            <a:ext cx="14160240" cy="1618560"/>
          </a:xfrm>
          <a:prstGeom prst="roundRect">
            <a:avLst>
              <a:gd name="adj" fmla="val 30536"/>
            </a:avLst>
          </a:prstGeom>
          <a:solidFill>
            <a:srgbClr val="FFD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288000" tIns="0" rIns="288000" bIns="0" anchor="ctr">
            <a:noAutofit/>
          </a:bodyPr>
          <a:lstStyle/>
          <a:p>
            <a:pPr algn="ctr">
              <a:lnSpc>
                <a:spcPts val="6999"/>
              </a:lnSpc>
            </a:pPr>
            <a:r>
              <a:rPr lang="ru-RU" sz="6000" b="1" strike="noStrike" spc="-1">
                <a:solidFill>
                  <a:srgbClr val="00402E"/>
                </a:solidFill>
                <a:latin typeface="Inter SemiBold"/>
                <a:ea typeface="Inter SemiBold"/>
              </a:rPr>
              <a:t>Спасибо за внимание!</a:t>
            </a:r>
            <a:endParaRPr lang="ru-RU" sz="6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6" name="Изображение 19"/>
          <p:cNvPicPr/>
          <p:nvPr/>
        </p:nvPicPr>
        <p:blipFill>
          <a:blip r:embed="rId2"/>
          <a:stretch/>
        </p:blipFill>
        <p:spPr>
          <a:xfrm>
            <a:off x="12181320" y="2688480"/>
            <a:ext cx="7887960" cy="82288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Пользовательские 4">
      <a:dk1>
        <a:srgbClr val="1A1919"/>
      </a:dk1>
      <a:lt1>
        <a:srgbClr val="FFFFFF"/>
      </a:lt1>
      <a:dk2>
        <a:srgbClr val="757675"/>
      </a:dk2>
      <a:lt2>
        <a:srgbClr val="FFFFFF"/>
      </a:lt2>
      <a:accent1>
        <a:srgbClr val="FFDD2C"/>
      </a:accent1>
      <a:accent2>
        <a:srgbClr val="E5ECFF"/>
      </a:accent2>
      <a:accent3>
        <a:srgbClr val="F9F9F9"/>
      </a:accent3>
      <a:accent4>
        <a:srgbClr val="F5F5F6"/>
      </a:accent4>
      <a:accent5>
        <a:srgbClr val="AFAFAF"/>
      </a:accent5>
      <a:accent6>
        <a:srgbClr val="FFFFFF"/>
      </a:accent6>
      <a:hlink>
        <a:srgbClr val="97999C"/>
      </a:hlink>
      <a:folHlink>
        <a:srgbClr val="FFFF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Пользовательские 4">
      <a:dk1>
        <a:srgbClr val="1A1919"/>
      </a:dk1>
      <a:lt1>
        <a:srgbClr val="FFFFFF"/>
      </a:lt1>
      <a:dk2>
        <a:srgbClr val="757675"/>
      </a:dk2>
      <a:lt2>
        <a:srgbClr val="FFFFFF"/>
      </a:lt2>
      <a:accent1>
        <a:srgbClr val="FFDD2C"/>
      </a:accent1>
      <a:accent2>
        <a:srgbClr val="E5ECFF"/>
      </a:accent2>
      <a:accent3>
        <a:srgbClr val="F9F9F9"/>
      </a:accent3>
      <a:accent4>
        <a:srgbClr val="F5F5F6"/>
      </a:accent4>
      <a:accent5>
        <a:srgbClr val="AFAFAF"/>
      </a:accent5>
      <a:accent6>
        <a:srgbClr val="FFFFFF"/>
      </a:accent6>
      <a:hlink>
        <a:srgbClr val="97999C"/>
      </a:hlink>
      <a:folHlink>
        <a:srgbClr val="FFFF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Пользовательские 4">
      <a:dk1>
        <a:srgbClr val="1A1919"/>
      </a:dk1>
      <a:lt1>
        <a:srgbClr val="FFFFFF"/>
      </a:lt1>
      <a:dk2>
        <a:srgbClr val="757675"/>
      </a:dk2>
      <a:lt2>
        <a:srgbClr val="FFFFFF"/>
      </a:lt2>
      <a:accent1>
        <a:srgbClr val="FFDD2C"/>
      </a:accent1>
      <a:accent2>
        <a:srgbClr val="E5ECFF"/>
      </a:accent2>
      <a:accent3>
        <a:srgbClr val="F9F9F9"/>
      </a:accent3>
      <a:accent4>
        <a:srgbClr val="F5F5F6"/>
      </a:accent4>
      <a:accent5>
        <a:srgbClr val="AFAFAF"/>
      </a:accent5>
      <a:accent6>
        <a:srgbClr val="FFFFFF"/>
      </a:accent6>
      <a:hlink>
        <a:srgbClr val="97999C"/>
      </a:hlink>
      <a:folHlink>
        <a:srgbClr val="FFFF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Пользовательские 4">
      <a:dk1>
        <a:srgbClr val="1A1919"/>
      </a:dk1>
      <a:lt1>
        <a:srgbClr val="FFFFFF"/>
      </a:lt1>
      <a:dk2>
        <a:srgbClr val="757675"/>
      </a:dk2>
      <a:lt2>
        <a:srgbClr val="FFFFFF"/>
      </a:lt2>
      <a:accent1>
        <a:srgbClr val="FFDD2C"/>
      </a:accent1>
      <a:accent2>
        <a:srgbClr val="E5ECFF"/>
      </a:accent2>
      <a:accent3>
        <a:srgbClr val="F9F9F9"/>
      </a:accent3>
      <a:accent4>
        <a:srgbClr val="F5F5F6"/>
      </a:accent4>
      <a:accent5>
        <a:srgbClr val="AFAFAF"/>
      </a:accent5>
      <a:accent6>
        <a:srgbClr val="FFFFFF"/>
      </a:accent6>
      <a:hlink>
        <a:srgbClr val="97999C"/>
      </a:hlink>
      <a:folHlink>
        <a:srgbClr val="FFFF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Тема Office">
  <a:themeElements>
    <a:clrScheme name="Пользовательские 4">
      <a:dk1>
        <a:srgbClr val="1A1919"/>
      </a:dk1>
      <a:lt1>
        <a:srgbClr val="FFFFFF"/>
      </a:lt1>
      <a:dk2>
        <a:srgbClr val="757675"/>
      </a:dk2>
      <a:lt2>
        <a:srgbClr val="FFFFFF"/>
      </a:lt2>
      <a:accent1>
        <a:srgbClr val="FFDD2C"/>
      </a:accent1>
      <a:accent2>
        <a:srgbClr val="E5ECFF"/>
      </a:accent2>
      <a:accent3>
        <a:srgbClr val="F9F9F9"/>
      </a:accent3>
      <a:accent4>
        <a:srgbClr val="F5F5F6"/>
      </a:accent4>
      <a:accent5>
        <a:srgbClr val="AFAFAF"/>
      </a:accent5>
      <a:accent6>
        <a:srgbClr val="FFFFFF"/>
      </a:accent6>
      <a:hlink>
        <a:srgbClr val="97999C"/>
      </a:hlink>
      <a:folHlink>
        <a:srgbClr val="FFFF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Тема Office">
  <a:themeElements>
    <a:clrScheme name="Пользовательские 4">
      <a:dk1>
        <a:srgbClr val="1A1919"/>
      </a:dk1>
      <a:lt1>
        <a:srgbClr val="FFFFFF"/>
      </a:lt1>
      <a:dk2>
        <a:srgbClr val="757675"/>
      </a:dk2>
      <a:lt2>
        <a:srgbClr val="FFFFFF"/>
      </a:lt2>
      <a:accent1>
        <a:srgbClr val="FFDD2C"/>
      </a:accent1>
      <a:accent2>
        <a:srgbClr val="E5ECFF"/>
      </a:accent2>
      <a:accent3>
        <a:srgbClr val="F9F9F9"/>
      </a:accent3>
      <a:accent4>
        <a:srgbClr val="F5F5F6"/>
      </a:accent4>
      <a:accent5>
        <a:srgbClr val="AFAFAF"/>
      </a:accent5>
      <a:accent6>
        <a:srgbClr val="FFFFFF"/>
      </a:accent6>
      <a:hlink>
        <a:srgbClr val="97999C"/>
      </a:hlink>
      <a:folHlink>
        <a:srgbClr val="FFFF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166</TotalTime>
  <Words>159</Words>
  <Application>Microsoft Office PowerPoint</Application>
  <PresentationFormat>Произвольный</PresentationFormat>
  <Paragraphs>38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6</vt:i4>
      </vt:variant>
      <vt:variant>
        <vt:lpstr>Заголовки слайдов</vt:lpstr>
      </vt:variant>
      <vt:variant>
        <vt:i4>14</vt:i4>
      </vt:variant>
    </vt:vector>
  </HeadingPairs>
  <TitlesOfParts>
    <vt:vector size="27" baseType="lpstr">
      <vt:lpstr>Arial</vt:lpstr>
      <vt:lpstr>Calibri</vt:lpstr>
      <vt:lpstr>Inter</vt:lpstr>
      <vt:lpstr>Inter SemiBold</vt:lpstr>
      <vt:lpstr>Symbol</vt:lpstr>
      <vt:lpstr>Times New Roman</vt:lpstr>
      <vt:lpstr>Wingdings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 Авторы: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Microsoft Office User</dc:creator>
  <dc:description/>
  <cp:lastModifiedBy>Павел Макс</cp:lastModifiedBy>
  <cp:revision>92</cp:revision>
  <dcterms:created xsi:type="dcterms:W3CDTF">2022-06-09T14:50:00Z</dcterms:created>
  <dcterms:modified xsi:type="dcterms:W3CDTF">2025-01-13T20:50:21Z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0714D61C50FD4BD5A61198A07F043EE5_12</vt:lpwstr>
  </property>
  <property fmtid="{D5CDD505-2E9C-101B-9397-08002B2CF9AE}" pid="3" name="KSOProductBuildVer">
    <vt:lpwstr>1049-12.2.0.18586</vt:lpwstr>
  </property>
  <property fmtid="{D5CDD505-2E9C-101B-9397-08002B2CF9AE}" pid="4" name="Notes">
    <vt:i4>3</vt:i4>
  </property>
  <property fmtid="{D5CDD505-2E9C-101B-9397-08002B2CF9AE}" pid="5" name="PresentationFormat">
    <vt:lpwstr>Произвольный</vt:lpwstr>
  </property>
  <property fmtid="{D5CDD505-2E9C-101B-9397-08002B2CF9AE}" pid="6" name="Slides">
    <vt:i4>12</vt:i4>
  </property>
</Properties>
</file>